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0F1420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280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CODE CUBICLE 6.0  •  QDRANT EDGE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8FAFC"/>
                </a:solidFill>
              </a:defRPr>
            </a:pPr>
            <a:r>
              <a:t>GHOSTMESH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743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94A3B8"/>
                </a:solidFill>
              </a:defRPr>
            </a:pPr>
            <a:r>
              <a:t>"Every device remembers alone. Together, they remember everything."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4747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A privacy-preserving, offline-first distributed semantic memory fabric powered by in-process Qdrant Edge shards and Qdrant Server convergence.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4572000"/>
            <a:ext cx="9265615" cy="100584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466344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Team: infinitehacks    |    Solo Participant: Pochiraju Kailash Ram Markandeya Sharma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Status: Production Ready • 17/17 QA Pass • Zero Hallucinations • Live Tested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The Distributed Edge Memory Crisis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3455" cy="4389120"/>
          </a:xfrm>
          <a:prstGeom prst="roundRect">
            <a:avLst/>
          </a:prstGeom>
          <a:solidFill>
            <a:srgbClr val="0F1420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8648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3F5E"/>
                </a:solidFill>
              </a:defRPr>
            </a:pPr>
            <a:r>
              <a:t>The Cloud-Dependency Trap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8648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Standard vector databases fail completely when connectivity is severed. In tunnels, remote zones, or during network outages, edge devices lose 100% of their semantic search capability.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13455" cy="4389120"/>
          </a:xfrm>
          <a:prstGeom prst="roundRect">
            <a:avLst/>
          </a:prstGeom>
          <a:solidFill>
            <a:srgbClr val="0F142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28648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BBF24"/>
                </a:solidFill>
              </a:defRPr>
            </a:pPr>
            <a:r>
              <a:t>The Privacy Breach Paradox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51760"/>
            <a:ext cx="28648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Centralized architectures force edge nodes to stream raw observations, passwords, camera frames, and personal records to cloud servers for embedding, violating user data sovereignty.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13455" cy="4389120"/>
          </a:xfrm>
          <a:prstGeom prst="roundRect">
            <a:avLst/>
          </a:prstGeom>
          <a:solidFill>
            <a:srgbClr val="0F1420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28648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084FC"/>
                </a:solidFill>
              </a:defRPr>
            </a:pPr>
            <a:r>
              <a:t>The Blind Overwrite Fallacy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651760"/>
            <a:ext cx="28648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When reconnecting, naive databases use 'last-write-wins' (LWW) or crude CRUD updates, blindly overwriting complementary physical facts or creating duplicate noise.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Arial"/>
              </a:defRPr>
            </a:pPr>
            <a:r>
              <a:t>TECHNICAL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Why Qdrant Edge is the Core Breakthrough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4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TRADITIONAL CLOUD VECTOR SEARCH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❌  Network-dependent: 0% offline search capability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❌  High latency: 150ms-400ms network round trips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❌  Data leakage: Raw confidential notes leave device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❌  Single point of failure: Cloud outage paralyzes edge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❌  Monolithic schema: All devices forced to share 1 shard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0F1420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GHOSTMESH + QDRANT EDGE</a:t>
            </a:r>
          </a:p>
          <a:p>
            <a:pPr>
              <a:defRPr sz="1200">
                <a:solidFill>
                  <a:srgbClr val="34D399"/>
                </a:solidFill>
              </a:defRPr>
            </a:pPr>
            <a:r>
              <a:t>✓  Autonomous: 100% offline local vector search</a:t>
            </a:r>
          </a:p>
          <a:p>
            <a:pPr>
              <a:defRPr sz="1200">
                <a:solidFill>
                  <a:srgbClr val="34D399"/>
                </a:solidFill>
              </a:defRPr>
            </a:pPr>
            <a:r>
              <a:t>✓  Ultra-low latency: Sub-10ms local recall directly from disk</a:t>
            </a:r>
          </a:p>
          <a:p>
            <a:pPr>
              <a:defRPr sz="1200">
                <a:solidFill>
                  <a:srgbClr val="34D399"/>
                </a:solidFill>
              </a:defRPr>
            </a:pPr>
            <a:r>
              <a:t>✓  Data sovereignty: Sensitive vectors quarantined on-device</a:t>
            </a:r>
          </a:p>
          <a:p>
            <a:pPr>
              <a:defRPr sz="1200">
                <a:solidFill>
                  <a:srgbClr val="34D399"/>
                </a:solidFill>
              </a:defRPr>
            </a:pPr>
            <a:r>
              <a:t>✓  Resilient: Devices operate indefinitely while disconnected</a:t>
            </a:r>
          </a:p>
          <a:p>
            <a:pPr>
              <a:defRPr sz="1200">
                <a:solidFill>
                  <a:srgbClr val="34D399"/>
                </a:solidFill>
              </a:defRPr>
            </a:pPr>
            <a:r>
              <a:t>✓  QdrantClient(path=...): True in-process embedded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Arial"/>
              </a:defRPr>
            </a:pPr>
            <a:r>
              <a:t>SYSTEM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Multi-Tier Mesh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3455" cy="4389120"/>
          </a:xfrm>
          <a:prstGeom prst="roundRect">
            <a:avLst/>
          </a:prstGeom>
          <a:solidFill>
            <a:srgbClr val="0F1420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8648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D3EE"/>
                </a:solidFill>
              </a:defRPr>
            </a:pPr>
            <a:r>
              <a:t>Tier 1: Autonomous Edge 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28648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Each node (Phone, Laptop, Camera) hosts an in-process Qdrant Edge instance (QdrantClient with local on-disk storage) and a local SQLite egress transaction queue with WAL mode.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13455" cy="4389120"/>
          </a:xfrm>
          <a:prstGeom prst="roundRect">
            <a:avLst/>
          </a:prstGeom>
          <a:solidFill>
            <a:srgbClr val="0F142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28648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Tier 2: Egress &amp; Privacy Policy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743200"/>
            <a:ext cx="28648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Pre-sync classification evaluates all observations on-device. Sensitive records (passwords, PINs, IDs) are permanently quarantined as LOCAL_ONLY and physically blocked from network transmission.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13455" cy="4389120"/>
          </a:xfrm>
          <a:prstGeom prst="roundRect">
            <a:avLst/>
          </a:prstGeom>
          <a:solidFill>
            <a:srgbClr val="0F1420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28648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Tier 3: Qdrant Server Convergence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743200"/>
            <a:ext cx="28648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When connectivity is established, queued items sync to centralized Qdrant Server (:6333). Multi-factor reconciliation detects conflicts and produces canonical records with provenance DAGs.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Arial"/>
              </a:defRPr>
            </a:pPr>
            <a:r>
              <a:t>EDGE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Offline Ingestion, Search &amp; Queueing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0F14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 b="1">
                <a:solidFill>
                  <a:srgbClr val="22D3EE"/>
                </a:solidFill>
              </a:defRPr>
            </a:pPr>
            <a:r>
              <a:t>1. FastEmbed On-Device Vectors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Local embedding generation using BAAI/bge-small-en-v1.5 (384-dimensional dense vectors) executed directly via ONNX Runtime without external API calls.</a:t>
            </a:r>
          </a:p>
          <a:p>
            <a:pPr>
              <a:defRPr sz="1500" b="1">
                <a:solidFill>
                  <a:srgbClr val="22D3EE"/>
                </a:solidFill>
              </a:defRPr>
            </a:pPr>
            <a:r>
              <a:t>2. In-Process Qdrant Edge Upsert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Vectors are immediately indexed into isolated disk partitions under data/device-{id}/edge/ with cosine distance indexing.</a:t>
            </a:r>
          </a:p>
          <a:p>
            <a:pPr>
              <a:defRPr sz="1500" b="1">
                <a:solidFill>
                  <a:srgbClr val="22D3EE"/>
                </a:solidFill>
              </a:defRPr>
            </a:pPr>
            <a:r>
              <a:t>3. Local Semantic Recall Without Network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When offline, users query the node locally. The query vector is compared against the local shard in ~8.6ms with zero network packets sent.</a:t>
            </a:r>
          </a:p>
          <a:p>
            <a:pPr>
              <a:defRPr sz="1500" b="1">
                <a:solidFill>
                  <a:srgbClr val="22D3EE"/>
                </a:solidFill>
              </a:defRPr>
            </a:pPr>
            <a:r>
              <a:t>4. Resilient SQLite Egress Transaction Queue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Simultaneously, observations marked for sync enter local SQLite queue.db with status PENDING. Guarantees zero memory loss during network crashes.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Arial"/>
              </a:defRPr>
            </a:pPr>
            <a:r>
              <a:t>DATA SOVEREIGNTY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Privacy as a Synchronization Policy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3455" cy="4389120"/>
          </a:xfrm>
          <a:prstGeom prst="roundRect">
            <a:avLst/>
          </a:prstGeom>
          <a:solidFill>
            <a:srgbClr val="0F1420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8648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LOCAL_ONLY (Quarantined)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28648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Examples:</a:t>
            </a:r>
            <a:br/>
            <a:r>
              <a:t>Confidential passwords, PIN codes, passport notes, encryption keys, biometric badges.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Policy Action:</a:t>
            </a:r>
            <a:br/>
            <a:r>
              <a:t>PHYSICALLY BLOCKED at edge runtime. Never transmitted over WebSocket or uploaded to Qdrant Cloud.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13455" cy="4389120"/>
          </a:xfrm>
          <a:prstGeom prst="roundRect">
            <a:avLst/>
          </a:prstGeom>
          <a:solidFill>
            <a:srgbClr val="0F1420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28648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B82F6"/>
                </a:solidFill>
              </a:defRPr>
            </a:pPr>
            <a:r>
              <a:t>SYNC_ALLOWED (Encrypted Sync)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743200"/>
            <a:ext cx="28648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Examples:</a:t>
            </a:r>
            <a:br/>
            <a:r>
              <a:t>Work observations, tool placements, field notes, hardware locations.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Policy Action:</a:t>
            </a:r>
            <a:br/>
            <a:r>
              <a:t>Queued in local SQLite and synced to Qdrant Server upon connection for collective mesh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13455" cy="4389120"/>
          </a:xfrm>
          <a:prstGeom prst="roundRect">
            <a:avLst/>
          </a:prstGeom>
          <a:solidFill>
            <a:srgbClr val="0F1420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28648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084FC"/>
                </a:solidFill>
              </a:defRPr>
            </a:pPr>
            <a:r>
              <a:t>PUBLIC_SYNC (Mesh Broadcast)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743200"/>
            <a:ext cx="28648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Examples:</a:t>
            </a:r>
            <a:br/>
            <a:r>
              <a:t>Ambient room temperature, light levels, facility layout telemetry.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Policy Action:</a:t>
            </a:r>
            <a:br/>
            <a:r>
              <a:t>Shared openly and broadcast across all participating edge nodes in the cluster.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Arial"/>
              </a:defRPr>
            </a:pPr>
            <a:r>
              <a:t>ANTI-HALLUCINATION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Explainable Reconciliation &amp; 'Why Not Merge?'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42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THE 'WHY NOT MERGE?' GUARDRAIL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Case Study: Spatial Contradiction</a:t>
            </a:r>
            <a:br/>
            <a:r>
              <a:t>• Device A: 'Blue backpack is on the chair.'</a:t>
            </a:r>
            <a:br/>
            <a:r>
              <a:t>• Device B: 'Blue backpack is on the floor.'</a:t>
            </a:r>
            <a:br/>
            <a:br/>
            <a:r>
              <a:t>Result:</a:t>
            </a:r>
            <a:br/>
            <a:r>
              <a:t>GhostMesh detects high semantic similarity (&gt;85%), but spatial entity extraction identifies mutually exclusive physical locations ('chair' vs 'floor').</a:t>
            </a:r>
            <a:br/>
            <a:br/>
            <a:r>
              <a:t>Decision:</a:t>
            </a:r>
            <a:br/>
            <a:r>
              <a:t>CANNOT SAFELY MERGE. Both records preserved with transparent reasoning rather than hallucinating an invalid combination.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0F1420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D3EE"/>
                </a:solidFill>
              </a:defRPr>
            </a:pPr>
            <a:r>
              <a:t>TRANSPARENT 4-FACTOR SCORING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1. Semantic Cosine Match (40%)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Dense vector similarity in Qdrant Server embedding space.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2. Temporal Decay Factor (25%)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Exponential half-life penalty based on timestamp distance.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3. Device Confidence Weight (20%)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Edge sensor/operator certainty score (0.0 to 1.0).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4. Contradiction Penalty (15%)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Entity conflict deduction preventing false positive merges.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Arial"/>
              </a:defRPr>
            </a:pPr>
            <a:r>
              <a:t>COLLECTIVE CONVERGENCE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Multi-Node Canonical Synthesis &amp; Provenance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0F142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COMBINING COMPLEMENTARY PERSPECTIVES (CHARGER DEMO)</a:t>
            </a:r>
          </a:p>
          <a:p>
            <a:br/>
            <a:pPr>
              <a:defRPr sz="1300" b="1">
                <a:solidFill>
                  <a:srgbClr val="22D3EE"/>
                </a:solidFill>
              </a:defRPr>
            </a:pPr>
            <a:r>
              <a:t>Input Evidence from 3 Disconnected Nodes: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Node A (Phone): 'USB-C charger placed on office desk.' (Confidence: 82%)</a:t>
            </a:r>
            <a:br/>
            <a:r>
              <a:t>• Node B (Laptop): 'Black charger near laptop.' (Confidence: 71%)</a:t>
            </a:r>
            <a:br/>
            <a:r>
              <a:t>• Node C (Camera): 'Charger placed beside MacBook.' (Confidence: 91%)</a:t>
            </a:r>
          </a:p>
          <a:p>
            <a:br/>
            <a:pPr>
              <a:defRPr sz="1300" b="1">
                <a:solidFill>
                  <a:srgbClr val="22D3EE"/>
                </a:solidFill>
              </a:defRPr>
            </a:pPr>
            <a:r>
              <a:t>Reconciliation Decision: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Composite multi-factor score reaches 91.2%. Entities are complementary (USB-C, Black, Desk, Laptop, MacBook). Canonical record is synthesized: 'USB-C charger placed near laptop on office desk'.</a:t>
            </a:r>
          </a:p>
          <a:p>
            <a:br/>
            <a:pPr>
              <a:defRPr sz="1300" b="1">
                <a:solidFill>
                  <a:srgbClr val="22D3EE"/>
                </a:solidFill>
              </a:defRPr>
            </a:pPr>
            <a:r>
              <a:t>Cryptographic Provenance Lineage: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The canonical record does NOT replace or delete source data. It stores a Directed Acyclic Graph (DAG) pointing to A, B, and C with original timestamps, SHA hashes, and cosine scores.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Arial"/>
              </a:defRPr>
            </a:pPr>
            <a:r>
              <a:t>TRUST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Strict Real vs. Simulated Disclosures &amp; QA Pass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42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100% REAL IMPLEMENTATIONS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✓ QdrantClient(path=...): Genuine in-process local storage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✓ Qdrant Server :6333: Cloud convergence collection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✓ FastEmbed BGE-small: 384-dim ONNX embeddings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✓ SQLite queue.db: WAL mode transactional queues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✓ Multi-factor engine: Transparent deterministic scoring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✓ WebSocket Event Bus: Real-time event broadcasting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✓ Privacy quarantine: Physical cloud egress block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0F14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DISCLOSED SIMULATIONS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3 Physical Devices: Simulated as 3 isolated edge processes (Phone, Laptop, Camera) on 1 machine.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Radio Mesh: BLE/LoRa transmission delays emulated via async timers.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Zero Fake Metrics: All counts (memories, queues, conflicts) map 1:1 to SQLite/Qdrant.</a:t>
            </a:r>
          </a:p>
          <a:p>
            <a:br/>
            <a:pPr>
              <a:defRPr sz="1200" b="1">
                <a:solidFill>
                  <a:srgbClr val="34D399"/>
                </a:solidFill>
              </a:defRPr>
            </a:pPr>
            <a:r>
              <a:t>AUDIT CERTIFICATION: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17/17 QA Checks Passed  •  0 Lint Errors  •  0 Unresolved Runtime Exceptions.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Arial"/>
              </a:defRPr>
            </a:pPr>
            <a: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Real-World Impact &amp; Industry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3455" cy="4389120"/>
          </a:xfrm>
          <a:prstGeom prst="roundRect">
            <a:avLst/>
          </a:prstGeom>
          <a:solidFill>
            <a:srgbClr val="0F1420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8648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D3EE"/>
                </a:solidFill>
              </a:defRPr>
            </a:pPr>
            <a:r>
              <a:t>Autonomous Robotics &amp; Drones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28648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Warehouse and agricultural swarms explore GPS/Wi-Fi denied zones, build semantic spatial maps locally, and reconcile upon returning to 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13455" cy="4389120"/>
          </a:xfrm>
          <a:prstGeom prst="roundRect">
            <a:avLst/>
          </a:prstGeom>
          <a:solidFill>
            <a:srgbClr val="0F142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28648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Field Ops &amp; Disaster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834640"/>
            <a:ext cx="28648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First responders and medical teams index observations offline in disaster zones; critical patient notes stay private while triage data synchronizes.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13455" cy="4389120"/>
          </a:xfrm>
          <a:prstGeom prst="roundRect">
            <a:avLst/>
          </a:prstGeom>
          <a:solidFill>
            <a:srgbClr val="0F1420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28648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Smart Defense &amp; Air-Gapped Facilities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834640"/>
            <a:ext cx="28648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Classified facility operators query edge knowledge bases without broadcasting sensitive intelligence to external cloud infrastructure.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0F1420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280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CODE CUBICLE 6.0  •  FINAL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GHOSTMESH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560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i="1">
                <a:solidFill>
                  <a:srgbClr val="94A3B8"/>
                </a:solidFill>
              </a:defRPr>
            </a:pPr>
            <a:r>
              <a:t>"Every device remembers alone. Together, they remember everything."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29184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8FAFC"/>
                </a:solidFill>
              </a:defRPr>
            </a:pPr>
            <a:r>
              <a:t>•  Track: Qdrant Edge Track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 Team: infinitehacks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 Participant: Pochiraju Kailash Ram Markandeya Sharma (Solo Participant)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 Demo Video: GHOSTMESH_CodeCubicle6_Demo.mp4 (180s Full HD)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 Repository: https://github.com/Kailashsharma282/GHOSTMESH-Code-Cubicle-Hackathon-Qdrant_Edge.git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